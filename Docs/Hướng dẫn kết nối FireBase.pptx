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18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69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9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37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58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6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90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17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08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6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8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7895BA5-997B-4A2E-AA1E-8155D1D5FEA2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44B40D-D3EC-4625-A028-4E85CFF3356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94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nsole.firebase.googl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FIREBASE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THS. LÊ NGUYÊN KHANH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83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Firebase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Firebase</a:t>
            </a:r>
            <a:r>
              <a:rPr lang="vi-VN" dirty="0"/>
              <a:t> là một nền tảng </a:t>
            </a:r>
            <a:r>
              <a:rPr lang="vi-VN" b="1" dirty="0"/>
              <a:t>Backend-as-a-Service (BaaS)</a:t>
            </a:r>
            <a:r>
              <a:rPr lang="vi-VN" dirty="0"/>
              <a:t> của Google</a:t>
            </a:r>
            <a:r>
              <a:rPr lang="vi-VN" dirty="0" smtClean="0"/>
              <a:t>.</a:t>
            </a:r>
            <a:r>
              <a:rPr lang="en-US" dirty="0" smtClean="0"/>
              <a:t> </a:t>
            </a:r>
            <a:r>
              <a:rPr lang="vi-VN" dirty="0"/>
              <a:t/>
            </a:r>
            <a:br>
              <a:rPr lang="vi-VN" dirty="0"/>
            </a:br>
            <a:r>
              <a:rPr lang="vi-VN" dirty="0"/>
              <a:t>Hiểu đơn giản: thay vì </a:t>
            </a:r>
            <a:r>
              <a:rPr lang="vi-VN" dirty="0" smtClean="0"/>
              <a:t>phải </a:t>
            </a:r>
            <a:r>
              <a:rPr lang="vi-VN" dirty="0"/>
              <a:t>tự xây server, database, API… thì Firebase cung cấp sẵn:</a:t>
            </a:r>
          </a:p>
          <a:p>
            <a:pPr lvl="1"/>
            <a:r>
              <a:rPr lang="vi-VN" dirty="0"/>
              <a:t>Database (NoSQL, realtime) </a:t>
            </a:r>
          </a:p>
          <a:p>
            <a:pPr lvl="1"/>
            <a:r>
              <a:rPr lang="vi-VN" dirty="0"/>
              <a:t>Authentication (đăng nhập) </a:t>
            </a:r>
          </a:p>
          <a:p>
            <a:pPr lvl="1"/>
            <a:r>
              <a:rPr lang="vi-VN" dirty="0"/>
              <a:t>Storage (lưu file) </a:t>
            </a:r>
          </a:p>
          <a:p>
            <a:pPr lvl="1"/>
            <a:r>
              <a:rPr lang="vi-VN" dirty="0"/>
              <a:t>Hosting </a:t>
            </a:r>
          </a:p>
          <a:p>
            <a:pPr lvl="1"/>
            <a:r>
              <a:rPr lang="vi-VN" dirty="0"/>
              <a:t>Notifications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06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 Light" panose="020F0302020204030204" pitchFamily="34" charset="0"/>
                <a:cs typeface="Calibri Light" panose="020F0302020204030204" pitchFamily="34" charset="0"/>
              </a:rPr>
              <a:t>Những điểm cần lưu ý khi dùng Firebase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: Firebase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mặc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Firebase có free tier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limit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KHÔNG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cả collection lớn mỗi lần mở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limit,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bớt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NoSQL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Offline &amp; sync :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hỗ trợ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offline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App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vẫn đọc dữ liệu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s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au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đó sync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Có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thể bị data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conflict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hải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xử lý trạng thái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loading/sync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Firebase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App mobile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MVP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Realtime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 (chat, tracking)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0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ý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031" y="1845735"/>
            <a:ext cx="3447289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32320" y="1845735"/>
            <a:ext cx="4718304" cy="4023360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maping</a:t>
            </a:r>
            <a:r>
              <a:rPr lang="en-US" dirty="0" smtClean="0"/>
              <a:t> sang Model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703320" y="1845735"/>
            <a:ext cx="34290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GB" dirty="0"/>
              <a:t>Null safety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1" y="2514998"/>
            <a:ext cx="3000794" cy="24863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471" y="2514998"/>
            <a:ext cx="2457793" cy="24482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9" y="2439616"/>
            <a:ext cx="4191585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7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KẾT NỐI FIREBASE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THS. LÊ NGUYÊN KHANH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25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</a:t>
            </a:r>
            <a:r>
              <a:rPr lang="en-GB" dirty="0" err="1"/>
              <a:t>Tạo</a:t>
            </a:r>
            <a:r>
              <a:rPr lang="en-GB" dirty="0"/>
              <a:t> project Firebase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vi-VN" dirty="0"/>
              <a:t>Vào: </a:t>
            </a:r>
            <a:r>
              <a:rPr lang="vi-VN" dirty="0">
                <a:hlinkClick r:id="rId2"/>
              </a:rPr>
              <a:t>https://</a:t>
            </a:r>
            <a:r>
              <a:rPr lang="vi-VN" dirty="0" smtClean="0">
                <a:hlinkClick r:id="rId2"/>
              </a:rPr>
              <a:t>console.firebase.google.com</a:t>
            </a:r>
            <a:r>
              <a:rPr lang="en-US" dirty="0" smtClean="0"/>
              <a:t> -&gt; Login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google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Nhấn </a:t>
            </a:r>
            <a:r>
              <a:rPr lang="vi-VN" dirty="0"/>
              <a:t>Add </a:t>
            </a:r>
            <a:r>
              <a:rPr lang="vi-VN" dirty="0" smtClean="0"/>
              <a:t>project</a:t>
            </a:r>
            <a:r>
              <a:rPr lang="en-US" dirty="0" smtClean="0"/>
              <a:t>/Get Started</a:t>
            </a:r>
            <a:r>
              <a:rPr lang="vi-VN" dirty="0" smtClean="0"/>
              <a:t> </a:t>
            </a:r>
            <a:r>
              <a:rPr lang="vi-VN" dirty="0"/>
              <a:t>→ đặt tên </a:t>
            </a:r>
            <a:r>
              <a:rPr lang="vi-VN" dirty="0" smtClean="0"/>
              <a:t>project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Tắt</a:t>
            </a:r>
            <a:r>
              <a:rPr lang="en-US" dirty="0" smtClean="0"/>
              <a:t> Gemini,</a:t>
            </a:r>
            <a:r>
              <a:rPr lang="vi-VN" dirty="0" smtClean="0"/>
              <a:t> </a:t>
            </a:r>
            <a:r>
              <a:rPr lang="vi-VN" dirty="0"/>
              <a:t>Google Analytics (nếu chưa cần)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430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2. Kết nối Firebase với Flutter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4672" y="1906637"/>
            <a:ext cx="11137392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CLI Firebase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install -g firebase-tools</a:t>
            </a:r>
            <a:b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firebase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FlutterFire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CLI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dart pub global activate </a:t>
            </a:r>
            <a:r>
              <a:rPr lang="en-US" altLang="en-US" sz="1800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flutterfire_cli</a:t>
            </a:r>
            <a:endParaRPr lang="en-US" altLang="en-US" sz="1800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Khởi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Firebase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project Flutter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project: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18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:\Thuc_Hanh\Flutter\test_flutter</a:t>
            </a:r>
            <a:r>
              <a:rPr lang="en-US" altLang="en-US" sz="1800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18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:\Users</a:t>
            </a:r>
            <a:r>
              <a:rPr lang="en-US" altLang="en-US" sz="1800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\&lt;user_của_máy&gt;\AppData\Local\Pub\Cache\bin\flutterfire configure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Android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23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</a:t>
            </a:r>
            <a:r>
              <a:rPr lang="en-GB" dirty="0" err="1"/>
              <a:t>Thêm</a:t>
            </a:r>
            <a:r>
              <a:rPr lang="en-GB" dirty="0"/>
              <a:t> package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 smtClean="0"/>
              <a:t>thiết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pubspec.yaml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1168" lvl="1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dependencies:</a:t>
            </a:r>
          </a:p>
          <a:p>
            <a:pPr marL="201168" lvl="1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firebase_core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1168" lvl="1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cloud_firestore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mtClean="0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1168" lvl="1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flutter pub get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94" y="2220638"/>
            <a:ext cx="4753638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0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</a:t>
            </a:r>
            <a:r>
              <a:rPr lang="en-GB" dirty="0" err="1"/>
              <a:t>Khởi</a:t>
            </a: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Firebase </a:t>
            </a:r>
            <a:r>
              <a:rPr lang="en-GB" dirty="0" err="1"/>
              <a:t>trong</a:t>
            </a:r>
            <a:r>
              <a:rPr lang="en-GB" dirty="0"/>
              <a:t>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dirty="0" smtClean="0"/>
              <a:t>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main.dart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'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package:flutter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material.dart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201168" lvl="1" indent="0">
              <a:buNone/>
            </a:pP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package:firebase_core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firebase_core.dart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'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firebase_options.dart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201168" lvl="1" indent="0">
              <a:buNone/>
            </a:pP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WidgetsFlutterBinding.ensureInitialized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await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Firebase.initializeApp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options: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DefaultFirebaseOptions.currentPlatform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MyApp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201168" lvl="1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216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HƯỚNG DẪN TRUY VẤN DỮ LIỆU TRÊN FIREBASE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7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790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Firebase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CSDL No-SQL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Không thể “select cột” như </a:t>
            </a:r>
            <a:r>
              <a:rPr lang="vi-VN" dirty="0" smtClean="0"/>
              <a:t>SQL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Firebase </a:t>
            </a:r>
            <a:r>
              <a:rPr lang="en-US" dirty="0" err="1" smtClean="0"/>
              <a:t>luôn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get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Lấy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1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/>
            </a:r>
            <a:b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snapshot 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Lấy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dữ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liệu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realtime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Hạn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chế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dùng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snapshot)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71" y="2781592"/>
            <a:ext cx="2741614" cy="145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3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dirty="0"/>
              <a:t>.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'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package:cloud_firestore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cloud_firestore.dart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Future&lt;void&gt;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addUser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.collection('users')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.add({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'name': 'Khanh',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'age': 25,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});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84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3561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'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package:cloud_firestore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cloud_firestore.dart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  <a:b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Future&lt;void&gt; 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getUsers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snapshot = await 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</a:t>
            </a:r>
            <a:endParaRPr lang="en-GB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.collection('users')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.get();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doc in 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snapshot.docs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GB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doc.data</a:t>
            </a: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9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Đọc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word)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limit + pagination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get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…)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class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Firebase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ý”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rồi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738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realtime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" y="1837944"/>
            <a:ext cx="11237976" cy="44805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StreamBuilder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stream: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FirebaseFirestore.instance.collection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('users').snapshots(),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builder: (context, snapshot) 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snapshot.hasData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) return Text("Loading...");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docs =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snapshot.data!.docs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ListView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children: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docs.map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((doc) 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title: Text(doc['name']),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}).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4800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Update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await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collection('users')  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.doc(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update({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'name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': 'Khanh',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'age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': 26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ý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022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Create Or Update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await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collection('users')  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.doc(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set({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'name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': 'Khanh',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'age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': 25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,}, </a:t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SetOptions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(merge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: true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621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Xóa</a:t>
            </a:r>
            <a:r>
              <a:rPr lang="en-US" dirty="0" smtClean="0"/>
              <a:t> 1 field, </a:t>
            </a:r>
            <a:r>
              <a:rPr lang="en-US" dirty="0" err="1" smtClean="0"/>
              <a:t>ko</a:t>
            </a:r>
            <a:r>
              <a:rPr lang="en-US" dirty="0" smtClean="0"/>
              <a:t> </a:t>
            </a:r>
            <a:r>
              <a:rPr lang="en-US" dirty="0" err="1" smtClean="0"/>
              <a:t>xóa</a:t>
            </a:r>
            <a:r>
              <a:rPr lang="en-US" dirty="0" smtClean="0"/>
              <a:t> doc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await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collection('users')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.doc(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update({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'age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':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FieldValue.delete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4494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</a:t>
            </a:r>
            <a:r>
              <a:rPr lang="en-US" dirty="0" err="1" smtClean="0"/>
              <a:t>Xóa</a:t>
            </a:r>
            <a:r>
              <a:rPr lang="en-US" dirty="0" smtClean="0"/>
              <a:t> doc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18886"/>
            <a:ext cx="10058400" cy="4244170"/>
          </a:xfrm>
        </p:spPr>
        <p:txBody>
          <a:bodyPr>
            <a:normAutofit/>
          </a:bodyPr>
          <a:lstStyle/>
          <a:p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await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FirebaseFirestore.instance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collection('users')</a:t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.doc(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ý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Firebase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khóa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Firebase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khóa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khóa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en-GB" dirty="0" smtClean="0"/>
              <a:t>  </a:t>
            </a:r>
            <a:r>
              <a:rPr lang="en-GB" dirty="0" err="1" smtClean="0"/>
              <a:t>có</a:t>
            </a:r>
            <a:r>
              <a:rPr lang="en-GB" dirty="0" smtClean="0"/>
              <a:t>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drinks, </a:t>
            </a:r>
            <a:b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menus </a:t>
            </a:r>
            <a:r>
              <a:rPr lang="en-GB" dirty="0" smtClean="0"/>
              <a:t> </a:t>
            </a:r>
            <a:r>
              <a:rPr lang="en-GB" dirty="0" err="1" smtClean="0"/>
              <a:t>có</a:t>
            </a:r>
            <a:r>
              <a:rPr lang="en-GB" dirty="0" smtClean="0"/>
              <a:t> 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name: "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Trà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sữa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categoryId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: "drinks"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dirty="0" smtClean="0"/>
              <a:t>. </a:t>
            </a:r>
            <a:br>
              <a:rPr lang="en-GB" dirty="0" smtClean="0"/>
            </a:br>
            <a:r>
              <a:rPr lang="en-GB" dirty="0" smtClean="0"/>
              <a:t>	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drinks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menu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vẫn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{ name: "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Trà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sữa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categoryId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: "drinks" }</a:t>
            </a:r>
          </a:p>
        </p:txBody>
      </p:sp>
    </p:spTree>
    <p:extLst>
      <p:ext uri="{BB962C8B-B14F-4D97-AF65-F5344CB8AC3E}">
        <p14:creationId xmlns:p14="http://schemas.microsoft.com/office/powerpoint/2010/main" val="30794332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262</TotalTime>
  <Words>933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FIREBASE</vt:lpstr>
      <vt:lpstr>Firebase là gì?</vt:lpstr>
      <vt:lpstr>Những điểm cần lưu ý khi dùng Firebase</vt:lpstr>
      <vt:lpstr>Những điểm cần lưu ý khi lấy dữ liệu</vt:lpstr>
      <vt:lpstr>KẾT NỐI FIREBASE</vt:lpstr>
      <vt:lpstr>1. Tạo project Firebase</vt:lpstr>
      <vt:lpstr>2. Kết nối Firebase với Flutter</vt:lpstr>
      <vt:lpstr>3. Thêm package cần thiết</vt:lpstr>
      <vt:lpstr>4. Khởi tạo Firebase trong app</vt:lpstr>
      <vt:lpstr>HƯỚNG DẪN TRUY VẤN DỮ LIỆU TRÊN FIREBASE</vt:lpstr>
      <vt:lpstr>Lưu ý quan trọng</vt:lpstr>
      <vt:lpstr>1. Thêm dữ liệu</vt:lpstr>
      <vt:lpstr>2. Lấy dữ liệu</vt:lpstr>
      <vt:lpstr>3. Lấy dữ liệu realtime</vt:lpstr>
      <vt:lpstr>4. Update</vt:lpstr>
      <vt:lpstr>5. Create Or Update</vt:lpstr>
      <vt:lpstr>6. Xóa 1 field, ko xóa doc</vt:lpstr>
      <vt:lpstr>7. Xóa doc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khanh le nguyen</dc:creator>
  <cp:lastModifiedBy>khanh le nguyen</cp:lastModifiedBy>
  <cp:revision>28</cp:revision>
  <dcterms:created xsi:type="dcterms:W3CDTF">2026-04-21T11:38:36Z</dcterms:created>
  <dcterms:modified xsi:type="dcterms:W3CDTF">2026-04-23T09:45:08Z</dcterms:modified>
</cp:coreProperties>
</file>